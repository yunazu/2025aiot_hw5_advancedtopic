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4"/>
  </p:notesMasterIdLst>
  <p:sldIdLst>
    <p:sldId id="256" r:id="rId2"/>
    <p:sldId id="259" r:id="rId3"/>
  </p:sldIdLst>
  <p:sldSz cx="9144000" cy="5143500" type="screen16x9"/>
  <p:notesSz cx="6858000" cy="9144000"/>
  <p:embeddedFontLst>
    <p:embeddedFont>
      <p:font typeface="Albert Sans" panose="02020500000000000000" charset="0"/>
      <p:regular r:id="rId5"/>
      <p:bold r:id="rId6"/>
      <p:italic r:id="rId7"/>
      <p:boldItalic r:id="rId8"/>
    </p:embeddedFont>
    <p:embeddedFont>
      <p:font typeface="Elsie" panose="02020500000000000000" charset="0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E78D48-F075-40F6-A840-1A9249970824}">
  <a:tblStyle styleId="{0AE78D48-F075-40F6-A840-1A92499708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4535CD-5114-41E8-A2EA-6C8D784A62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d1e3212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8dd1e3212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4138300" y="705150"/>
            <a:ext cx="4290600" cy="12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4138300" y="1948350"/>
            <a:ext cx="42906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>
            <a:spLocks noGrp="1"/>
          </p:cNvSpPr>
          <p:nvPr>
            <p:ph type="pic" idx="2"/>
          </p:nvPr>
        </p:nvSpPr>
        <p:spPr>
          <a:xfrm>
            <a:off x="715088" y="602401"/>
            <a:ext cx="3166500" cy="39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46" name="Google Shape;46;p7"/>
          <p:cNvGrpSpPr/>
          <p:nvPr/>
        </p:nvGrpSpPr>
        <p:grpSpPr>
          <a:xfrm>
            <a:off x="5900450" y="4608503"/>
            <a:ext cx="2873884" cy="197700"/>
            <a:chOff x="1653525" y="2970747"/>
            <a:chExt cx="2873884" cy="197700"/>
          </a:xfrm>
        </p:grpSpPr>
        <p:sp>
          <p:nvSpPr>
            <p:cNvPr id="47" name="Google Shape;47;p7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" name="Google Shape;48;p7"/>
            <p:cNvCxnSpPr/>
            <p:nvPr/>
          </p:nvCxnSpPr>
          <p:spPr>
            <a:xfrm>
              <a:off x="1653525" y="3069600"/>
              <a:ext cx="25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2" name="Google Shape;52;p8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53" name="Google Shape;53;p8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Google Shape;54;p8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60" name="Google Shape;60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" name="Google Shape;61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" name="Google Shape;63;p9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64" name="Google Shape;64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65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75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02" name="Google Shape;102;p14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Google Shape;205;p2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209" name="Google Shape;209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26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213" name="Google Shape;213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" name="Google Shape;214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0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 and Elegant Portfolio</a:t>
            </a:r>
            <a:endParaRPr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grpSp>
        <p:nvGrpSpPr>
          <p:cNvPr id="228" name="Google Shape;228;p30"/>
          <p:cNvGrpSpPr/>
          <p:nvPr/>
        </p:nvGrpSpPr>
        <p:grpSpPr>
          <a:xfrm>
            <a:off x="1796975" y="3000478"/>
            <a:ext cx="5550050" cy="197700"/>
            <a:chOff x="1653525" y="2970747"/>
            <a:chExt cx="5550050" cy="197700"/>
          </a:xfrm>
        </p:grpSpPr>
        <p:sp>
          <p:nvSpPr>
            <p:cNvPr id="229" name="Google Shape;229;p30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0" name="Google Shape;230;p30"/>
            <p:cNvCxnSpPr/>
            <p:nvPr/>
          </p:nvCxnSpPr>
          <p:spPr>
            <a:xfrm>
              <a:off x="1653525" y="3069600"/>
              <a:ext cx="25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30"/>
            <p:cNvCxnSpPr/>
            <p:nvPr/>
          </p:nvCxnSpPr>
          <p:spPr>
            <a:xfrm>
              <a:off x="4676375" y="3069600"/>
              <a:ext cx="25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>
            <a:spLocks noGrp="1"/>
          </p:cNvSpPr>
          <p:nvPr>
            <p:ph type="body" idx="1"/>
          </p:nvPr>
        </p:nvSpPr>
        <p:spPr>
          <a:xfrm>
            <a:off x="4138300" y="1948350"/>
            <a:ext cx="42906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portfolio is composed of three main elements: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Content: this includes the actual work you want to showcase and can be anything from writing samples to photographs or videos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Design: the design should reflect your personality and style while remaining professional. It should also make it easy to navigate the portfolio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Summary: a brief summary at the beginning of the portfolio will help provide an introduction to your work and give visitors a better understanding of yourself and what you have created</a:t>
            </a:r>
            <a:endParaRPr dirty="0"/>
          </a:p>
        </p:txBody>
      </p:sp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4138300" y="705150"/>
            <a:ext cx="4290600" cy="12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a portfolio</a:t>
            </a:r>
            <a:endParaRPr dirty="0"/>
          </a:p>
        </p:txBody>
      </p:sp>
      <p:pic>
        <p:nvPicPr>
          <p:cNvPr id="264" name="Google Shape;264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547" b="16547"/>
          <a:stretch/>
        </p:blipFill>
        <p:spPr>
          <a:xfrm>
            <a:off x="715088" y="602401"/>
            <a:ext cx="3166500" cy="3938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ean and Elegant Portfolio by Slidesgo">
  <a:themeElements>
    <a:clrScheme name="Simple Light">
      <a:dk1>
        <a:srgbClr val="134F5C"/>
      </a:dk1>
      <a:lt1>
        <a:srgbClr val="A2C4C9"/>
      </a:lt1>
      <a:dk2>
        <a:srgbClr val="FFFFFF"/>
      </a:dk2>
      <a:lt2>
        <a:srgbClr val="0C343D"/>
      </a:lt2>
      <a:accent1>
        <a:srgbClr val="265D5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</Words>
  <Application>Microsoft Office PowerPoint</Application>
  <PresentationFormat>如螢幕大小 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Elsie</vt:lpstr>
      <vt:lpstr>Albert Sans</vt:lpstr>
      <vt:lpstr>Arial</vt:lpstr>
      <vt:lpstr>Clean and Elegant Portfolio by Slidesgo</vt:lpstr>
      <vt:lpstr>Clean and Elegant Portfolio</vt:lpstr>
      <vt:lpstr>Contents of a portfolio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2025-12-31T14:08:24Z</dcterms:modified>
</cp:coreProperties>
</file>