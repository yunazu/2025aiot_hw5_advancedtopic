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6"/>
  </p:notesMasterIdLst>
  <p:sldIdLst>
    <p:sldId id="256" r:id="rId2"/>
    <p:sldId id="312" r:id="rId3"/>
    <p:sldId id="313" r:id="rId4"/>
    <p:sldId id="314" r:id="rId5"/>
  </p:sldIdLst>
  <p:sldSz cx="9144000" cy="5143500" type="screen16x9"/>
  <p:notesSz cx="6858000" cy="9144000"/>
  <p:embeddedFontLst>
    <p:embeddedFont>
      <p:font typeface="Commissioner" panose="02020500000000000000" charset="0"/>
      <p:regular r:id="rId7"/>
      <p:bold r:id="rId8"/>
    </p:embeddedFont>
    <p:embeddedFont>
      <p:font typeface="Golos Text" panose="02020500000000000000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3E11634-3C92-452F-8346-E9B8F9B6A31B}">
  <a:tblStyle styleId="{63E11634-3C92-452F-8346-E9B8F9B6A3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 txBox="1">
            <a:spLocks noGrp="1"/>
          </p:cNvSpPr>
          <p:nvPr>
            <p:ph type="subTitle" idx="1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52" name="Google Shape;152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7" r:id="rId4"/>
    <p:sldLayoutId id="2147483668" r:id="rId5"/>
    <p:sldLayoutId id="2147483679" r:id="rId6"/>
    <p:sldLayoutId id="214748368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1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100"/>
              <a:t>Formulating a </a:t>
            </a:r>
            <a:r>
              <a:rPr lang="en" sz="4100">
                <a:solidFill>
                  <a:schemeClr val="accent1"/>
                </a:solidFill>
              </a:rPr>
              <a:t>Research Problem</a:t>
            </a:r>
            <a:endParaRPr sz="4100">
              <a:solidFill>
                <a:schemeClr val="accen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accent1"/>
                </a:solidFill>
              </a:rPr>
              <a:t> </a:t>
            </a:r>
            <a:r>
              <a:rPr lang="en" sz="3300"/>
              <a:t>for University Students</a:t>
            </a:r>
            <a:endParaRPr/>
          </a:p>
        </p:txBody>
      </p:sp>
      <p:sp>
        <p:nvSpPr>
          <p:cNvPr id="292" name="Google Shape;292;p41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1F4CB6-784D-0C7F-BDC1-D8F2EED2C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86D1895-DFAD-947A-CBD3-9C041D2A63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282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5DB07306-E675-36D4-D9E7-AA9BC3359C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F91DE7A-4EE0-45A2-E8C2-8B56A684F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347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B0AA51-56CA-F567-2A1F-19FFF607E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8AD088-31AC-DDF5-5DA7-5DCA396E6C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5477812"/>
      </p:ext>
    </p:extLst>
  </p:cSld>
  <p:clrMapOvr>
    <a:masterClrMapping/>
  </p:clrMapOvr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如螢幕大小 (16:9)</PresentationFormat>
  <Paragraphs>3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Arial</vt:lpstr>
      <vt:lpstr>Golos Text</vt:lpstr>
      <vt:lpstr>Commissioner</vt:lpstr>
      <vt:lpstr>Red Hat Display</vt:lpstr>
      <vt:lpstr>Formulating a Research Problem for University Students by Slidesgo</vt:lpstr>
      <vt:lpstr>Formulating a Research Problem  for University Students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User</cp:lastModifiedBy>
  <cp:revision>2</cp:revision>
  <dcterms:modified xsi:type="dcterms:W3CDTF">2025-12-31T14:12:29Z</dcterms:modified>
</cp:coreProperties>
</file>